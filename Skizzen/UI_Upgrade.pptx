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3" autoAdjust="0"/>
    <p:restoredTop sz="94660"/>
  </p:normalViewPr>
  <p:slideViewPr>
    <p:cSldViewPr snapToGrid="0">
      <p:cViewPr>
        <p:scale>
          <a:sx n="100" d="100"/>
          <a:sy n="100" d="100"/>
        </p:scale>
        <p:origin x="25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16AA2A-C5F4-3390-CAE7-AF4CDFCB9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586EE9-5628-B178-070B-D65A5C634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C759F-2A3F-78B1-86B3-01F7AF197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F22D7C-A6DF-F35D-ABD2-C47C35651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D1307C-1B01-5F79-90F1-6A174A30E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3528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1F1887-ED6E-4EA5-E786-693A8D325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57FE54-DBC0-5B0C-BB39-780F64292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F202A0-0FDA-3C7D-7C37-75C111003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C7CF91-085E-B1A5-7C64-A65ED634C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5FE211-BFE7-2757-F730-144BAF05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7314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2111E1-00CA-9EED-57DA-3325AE9B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600578-CBD1-85C2-3D30-84B92B96E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E08FE4-4778-A455-3B72-B75795F61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DBB8ED-B3AA-26D6-7C43-805CA400E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3C878F-8B7D-48A2-90B1-76A0EACF1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655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3C5FB9-68A5-344A-6CF4-D7F5420E7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491BD5-B4C3-38DA-5E10-8A548F1DFD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D5DE07C-7DFE-91EB-9819-93599F4C0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521BD05-9803-AE9A-271E-02B773783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9343B2-4819-A444-E1B4-AE3C07826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909127-C6BD-4241-2A0D-81F736CFF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826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0BF2F-42CB-5D93-7EBF-78D0E3222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19F590-E952-DA51-97F4-572178C68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6B3C0A6-90D8-3147-2739-C755718E6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291EE4F-0B29-A022-F448-F202DE3FDE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ECD0C1A-0CAD-7E51-8108-B36068BBB0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6AAFA22-5612-46E1-5910-D276F766C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E3F527-F2B0-098C-0E45-BABD4CB58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538DE0E-F296-3E01-0CA9-B3C3A1F2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46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8EF26D-664F-64B9-BA68-23F60128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6095237-6057-C364-D887-8BDD81478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51708D-B087-BAB0-B22D-7B1FE2E58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E96A8C-DD0E-EA91-02A2-62356512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6597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2B34C3-A6B7-F473-36A9-30191465D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17D09EE-F6A7-8C5F-C6D2-FB509088E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499C6B-F21C-CB13-1188-3CD4B8540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2723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D77CA1-D022-D183-84CB-55933C2A9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A45E23-BBA5-3124-A43C-446DB756C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D953CB9-693F-166C-40B8-DDA06CEFB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6BC24F-75AB-A68F-6F9D-7728FBC3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552F39-6ED3-BA12-97A9-EC853EFB1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05A412-4571-0C5E-158C-198F47E9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2516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33D1C6-B57E-9C05-2CDC-6941BEE2B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4EBFDB-8EFA-E65C-A1CF-82D5163201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7498E05-5D17-E961-FA6F-8D9B52D6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378E8F-5762-0076-34E7-9156C3238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706101-A06B-E348-15D2-2F036412E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AE4B1A-5135-CAF8-7B31-4C2BE166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356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3E998-9042-3011-0179-348DE5E97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7FAC6C8-CD7C-9EF9-A1B0-160448CE9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13EC77-9DB9-2C52-B04D-8A36B6F11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ABD90F-59B9-C79D-EEFD-C8E3E2488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B924DE-4779-1BE7-1FDE-95F91C448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23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2A01138-525A-3E87-57FA-46E44D50D9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361FF5D-C246-F95F-06A8-03BDF997E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4712F89-8E77-FA7C-60B7-189D13F80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B2A360-F944-5E27-2ED3-22A2B5335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AC5EB2-C26C-5392-4B3B-D045C1F6F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476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0CFE87-4CFC-21C0-9EFB-DA006E923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405FF97-2FFC-597A-7113-F63CE246A6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8F790E-BFFC-814B-6D40-A12E6F0E46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460F5-B727-4787-AAA3-9C0A221BD2A6}" type="datetimeFigureOut">
              <a:rPr lang="de-DE" smtClean="0"/>
              <a:t>07.07.2023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5B638F8-9157-C1B4-E68F-1C153D16DE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7C669A-B18C-4DF6-A967-0AB231B678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E64C16-2D90-419D-ABB2-2DB55E701B1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7764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76D3CEFF-3EA8-1769-BF4B-648F84F5D261}"/>
              </a:ext>
            </a:extLst>
          </p:cNvPr>
          <p:cNvSpPr/>
          <p:nvPr/>
        </p:nvSpPr>
        <p:spPr>
          <a:xfrm>
            <a:off x="3168072" y="0"/>
            <a:ext cx="4281351" cy="6778305"/>
          </a:xfrm>
          <a:prstGeom prst="roundRect">
            <a:avLst>
              <a:gd name="adj" fmla="val 785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26FA0FA-18D4-2923-7B3A-FD27A9E346D8}"/>
              </a:ext>
            </a:extLst>
          </p:cNvPr>
          <p:cNvSpPr/>
          <p:nvPr/>
        </p:nvSpPr>
        <p:spPr>
          <a:xfrm>
            <a:off x="3168071" y="3429001"/>
            <a:ext cx="4281351" cy="3349304"/>
          </a:xfrm>
          <a:prstGeom prst="roundRect">
            <a:avLst>
              <a:gd name="adj" fmla="val 1024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6E7D177-C086-8E1C-7858-0A8BF6D4E971}"/>
              </a:ext>
            </a:extLst>
          </p:cNvPr>
          <p:cNvSpPr txBox="1"/>
          <p:nvPr/>
        </p:nvSpPr>
        <p:spPr>
          <a:xfrm>
            <a:off x="3354113" y="3481472"/>
            <a:ext cx="758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Küche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9252549-4BA7-A425-4760-70539A1D28C9}"/>
              </a:ext>
            </a:extLst>
          </p:cNvPr>
          <p:cNvSpPr/>
          <p:nvPr/>
        </p:nvSpPr>
        <p:spPr>
          <a:xfrm>
            <a:off x="3285079" y="3984987"/>
            <a:ext cx="1312528" cy="2694265"/>
          </a:xfrm>
          <a:prstGeom prst="roundRect">
            <a:avLst>
              <a:gd name="adj" fmla="val 21511"/>
            </a:avLst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DF442ABF-E0D0-FC1B-E015-3A096E730663}"/>
              </a:ext>
            </a:extLst>
          </p:cNvPr>
          <p:cNvSpPr/>
          <p:nvPr/>
        </p:nvSpPr>
        <p:spPr>
          <a:xfrm>
            <a:off x="4683548" y="3984987"/>
            <a:ext cx="1312528" cy="2694265"/>
          </a:xfrm>
          <a:prstGeom prst="roundRect">
            <a:avLst>
              <a:gd name="adj" fmla="val 21511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A6E77EBF-2006-76E2-E399-02F7A588E14B}"/>
              </a:ext>
            </a:extLst>
          </p:cNvPr>
          <p:cNvSpPr/>
          <p:nvPr/>
        </p:nvSpPr>
        <p:spPr>
          <a:xfrm>
            <a:off x="6082017" y="3984987"/>
            <a:ext cx="1312528" cy="2694265"/>
          </a:xfrm>
          <a:prstGeom prst="roundRect">
            <a:avLst>
              <a:gd name="adj" fmla="val 21511"/>
            </a:avLst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ABA30C-3601-996D-5440-7F1E194EB3B1}"/>
              </a:ext>
            </a:extLst>
          </p:cNvPr>
          <p:cNvSpPr txBox="1"/>
          <p:nvPr/>
        </p:nvSpPr>
        <p:spPr>
          <a:xfrm>
            <a:off x="3522392" y="3984987"/>
            <a:ext cx="6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Army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728B89E-FE83-CC8D-58BF-26BEE9B82DC5}"/>
              </a:ext>
            </a:extLst>
          </p:cNvPr>
          <p:cNvSpPr txBox="1"/>
          <p:nvPr/>
        </p:nvSpPr>
        <p:spPr>
          <a:xfrm>
            <a:off x="4963179" y="3984987"/>
            <a:ext cx="965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AirForce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7A5CF70-B859-0569-BC0C-CF53C36828FA}"/>
              </a:ext>
            </a:extLst>
          </p:cNvPr>
          <p:cNvSpPr txBox="1"/>
          <p:nvPr/>
        </p:nvSpPr>
        <p:spPr>
          <a:xfrm>
            <a:off x="6359203" y="3984987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Marine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E927B2D5-5261-C39D-6567-BCEBFC7923A6}"/>
              </a:ext>
            </a:extLst>
          </p:cNvPr>
          <p:cNvSpPr/>
          <p:nvPr/>
        </p:nvSpPr>
        <p:spPr>
          <a:xfrm>
            <a:off x="3354113" y="5545420"/>
            <a:ext cx="1133997" cy="98917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43643160-3F95-3E95-62BE-84DA5BA180B9}"/>
              </a:ext>
            </a:extLst>
          </p:cNvPr>
          <p:cNvSpPr/>
          <p:nvPr/>
        </p:nvSpPr>
        <p:spPr>
          <a:xfrm>
            <a:off x="3354113" y="4455284"/>
            <a:ext cx="1133997" cy="98917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A96E3D8F-48B2-E44B-A60B-1F4DC2265C91}"/>
              </a:ext>
            </a:extLst>
          </p:cNvPr>
          <p:cNvSpPr/>
          <p:nvPr/>
        </p:nvSpPr>
        <p:spPr>
          <a:xfrm>
            <a:off x="3449448" y="4540973"/>
            <a:ext cx="421982" cy="369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42ED28A-2647-5D66-53F4-32689D03698F}"/>
              </a:ext>
            </a:extLst>
          </p:cNvPr>
          <p:cNvSpPr txBox="1"/>
          <p:nvPr/>
        </p:nvSpPr>
        <p:spPr>
          <a:xfrm>
            <a:off x="3980927" y="4492475"/>
            <a:ext cx="561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148A71A-3BA6-4F26-A7A0-0224E0DCA66E}"/>
              </a:ext>
            </a:extLst>
          </p:cNvPr>
          <p:cNvSpPr txBox="1"/>
          <p:nvPr/>
        </p:nvSpPr>
        <p:spPr>
          <a:xfrm>
            <a:off x="3921111" y="5573810"/>
            <a:ext cx="561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3,2 s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FE7EDB5D-5E53-2CFD-236D-5FD4199D6E5F}"/>
              </a:ext>
            </a:extLst>
          </p:cNvPr>
          <p:cNvSpPr/>
          <p:nvPr/>
        </p:nvSpPr>
        <p:spPr>
          <a:xfrm>
            <a:off x="3441496" y="5579507"/>
            <a:ext cx="421982" cy="369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D68ADF70-9749-E11D-58A5-56F87E1928EB}"/>
              </a:ext>
            </a:extLst>
          </p:cNvPr>
          <p:cNvSpPr/>
          <p:nvPr/>
        </p:nvSpPr>
        <p:spPr>
          <a:xfrm>
            <a:off x="3436220" y="6057891"/>
            <a:ext cx="997668" cy="36933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18275C57-5CD3-EBA0-CD09-010BF7F4E295}"/>
              </a:ext>
            </a:extLst>
          </p:cNvPr>
          <p:cNvSpPr/>
          <p:nvPr/>
        </p:nvSpPr>
        <p:spPr>
          <a:xfrm>
            <a:off x="3422277" y="4978609"/>
            <a:ext cx="997668" cy="36933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/>
              <a:t>Upgrade</a:t>
            </a:r>
          </a:p>
          <a:p>
            <a:pPr algn="ctr"/>
            <a:r>
              <a:rPr lang="de-DE" sz="1100" dirty="0"/>
              <a:t>234,5 $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FCD2EB4-30F6-61B1-7431-2FE32C744B0B}"/>
              </a:ext>
            </a:extLst>
          </p:cNvPr>
          <p:cNvSpPr txBox="1"/>
          <p:nvPr/>
        </p:nvSpPr>
        <p:spPr>
          <a:xfrm>
            <a:off x="3932342" y="4723651"/>
            <a:ext cx="5619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rgbClr val="00B050"/>
                </a:solidFill>
              </a:rPr>
              <a:t>+ 1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14EC8B4-DC50-2A5A-8E2C-783A00C83C44}"/>
              </a:ext>
            </a:extLst>
          </p:cNvPr>
          <p:cNvSpPr txBox="1"/>
          <p:nvPr/>
        </p:nvSpPr>
        <p:spPr>
          <a:xfrm>
            <a:off x="3949419" y="5800309"/>
            <a:ext cx="5619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rgbClr val="00B050"/>
                </a:solidFill>
              </a:rPr>
              <a:t>- 0,1 s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F5F79844-B111-18A8-1C20-BB83DBC0DB89}"/>
              </a:ext>
            </a:extLst>
          </p:cNvPr>
          <p:cNvSpPr/>
          <p:nvPr/>
        </p:nvSpPr>
        <p:spPr>
          <a:xfrm>
            <a:off x="4794383" y="5545420"/>
            <a:ext cx="1133997" cy="98917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60E86EBE-E9AC-71B6-9EDA-0A3035E529BC}"/>
              </a:ext>
            </a:extLst>
          </p:cNvPr>
          <p:cNvSpPr/>
          <p:nvPr/>
        </p:nvSpPr>
        <p:spPr>
          <a:xfrm>
            <a:off x="4794383" y="4455284"/>
            <a:ext cx="1133997" cy="98917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6610AC04-2584-E0E0-E065-499A011A1587}"/>
              </a:ext>
            </a:extLst>
          </p:cNvPr>
          <p:cNvSpPr/>
          <p:nvPr/>
        </p:nvSpPr>
        <p:spPr>
          <a:xfrm>
            <a:off x="4889718" y="4540973"/>
            <a:ext cx="421982" cy="369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DAEDE06-C9C1-DB77-F037-58FE1E433EAA}"/>
              </a:ext>
            </a:extLst>
          </p:cNvPr>
          <p:cNvSpPr txBox="1"/>
          <p:nvPr/>
        </p:nvSpPr>
        <p:spPr>
          <a:xfrm>
            <a:off x="5421197" y="4492475"/>
            <a:ext cx="561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8D8B0E1-FB31-8F2E-CED0-970A39879A03}"/>
              </a:ext>
            </a:extLst>
          </p:cNvPr>
          <p:cNvSpPr txBox="1"/>
          <p:nvPr/>
        </p:nvSpPr>
        <p:spPr>
          <a:xfrm>
            <a:off x="5361381" y="5573810"/>
            <a:ext cx="561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3,2 s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C32D4B02-FB38-BBA4-BE2A-A052342A711B}"/>
              </a:ext>
            </a:extLst>
          </p:cNvPr>
          <p:cNvSpPr/>
          <p:nvPr/>
        </p:nvSpPr>
        <p:spPr>
          <a:xfrm>
            <a:off x="4881766" y="5579507"/>
            <a:ext cx="421982" cy="369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54B9FC8-5FB9-305F-663C-6BDC6910B18C}"/>
              </a:ext>
            </a:extLst>
          </p:cNvPr>
          <p:cNvSpPr/>
          <p:nvPr/>
        </p:nvSpPr>
        <p:spPr>
          <a:xfrm>
            <a:off x="4876490" y="6057891"/>
            <a:ext cx="997668" cy="36933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280EA89B-0075-D7D9-6E27-A13BC65BC4FC}"/>
              </a:ext>
            </a:extLst>
          </p:cNvPr>
          <p:cNvSpPr/>
          <p:nvPr/>
        </p:nvSpPr>
        <p:spPr>
          <a:xfrm>
            <a:off x="4862547" y="4978609"/>
            <a:ext cx="997668" cy="36933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F37A907D-A6D1-8040-7BA7-76DD4EF3F6F5}"/>
              </a:ext>
            </a:extLst>
          </p:cNvPr>
          <p:cNvSpPr txBox="1"/>
          <p:nvPr/>
        </p:nvSpPr>
        <p:spPr>
          <a:xfrm>
            <a:off x="5372612" y="4723651"/>
            <a:ext cx="5619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rgbClr val="00B050"/>
                </a:solidFill>
              </a:rPr>
              <a:t>+ 1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D5F7039-AA39-BD3B-8D39-89545907D03B}"/>
              </a:ext>
            </a:extLst>
          </p:cNvPr>
          <p:cNvSpPr txBox="1"/>
          <p:nvPr/>
        </p:nvSpPr>
        <p:spPr>
          <a:xfrm>
            <a:off x="5389689" y="5800309"/>
            <a:ext cx="5619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rgbClr val="00B050"/>
                </a:solidFill>
              </a:rPr>
              <a:t>- 0,1 s</a:t>
            </a:r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95170873-01C1-D3C5-E869-940E034F5473}"/>
              </a:ext>
            </a:extLst>
          </p:cNvPr>
          <p:cNvSpPr/>
          <p:nvPr/>
        </p:nvSpPr>
        <p:spPr>
          <a:xfrm>
            <a:off x="6208252" y="5545420"/>
            <a:ext cx="1133997" cy="98917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20087D05-0514-9C25-431D-6750542B4922}"/>
              </a:ext>
            </a:extLst>
          </p:cNvPr>
          <p:cNvSpPr/>
          <p:nvPr/>
        </p:nvSpPr>
        <p:spPr>
          <a:xfrm>
            <a:off x="6208252" y="4455284"/>
            <a:ext cx="1133997" cy="98917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4F9DCDC1-C540-0FDD-C4AA-31F8252B9A55}"/>
              </a:ext>
            </a:extLst>
          </p:cNvPr>
          <p:cNvSpPr/>
          <p:nvPr/>
        </p:nvSpPr>
        <p:spPr>
          <a:xfrm>
            <a:off x="6303587" y="4540973"/>
            <a:ext cx="421982" cy="369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0683A7BD-8A2E-7CAE-70CD-25785F430433}"/>
              </a:ext>
            </a:extLst>
          </p:cNvPr>
          <p:cNvSpPr txBox="1"/>
          <p:nvPr/>
        </p:nvSpPr>
        <p:spPr>
          <a:xfrm>
            <a:off x="6835066" y="4492475"/>
            <a:ext cx="561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0C7CAB4F-F0B3-7874-130E-B9AA705C8A82}"/>
              </a:ext>
            </a:extLst>
          </p:cNvPr>
          <p:cNvSpPr txBox="1"/>
          <p:nvPr/>
        </p:nvSpPr>
        <p:spPr>
          <a:xfrm>
            <a:off x="6775250" y="5573810"/>
            <a:ext cx="561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3,2 s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E526E0A-4755-6B65-D1F2-83D80C126EBE}"/>
              </a:ext>
            </a:extLst>
          </p:cNvPr>
          <p:cNvSpPr/>
          <p:nvPr/>
        </p:nvSpPr>
        <p:spPr>
          <a:xfrm>
            <a:off x="6295635" y="5579507"/>
            <a:ext cx="421982" cy="369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C6C4C271-8A3D-D296-A889-BC4D2E8086E6}"/>
              </a:ext>
            </a:extLst>
          </p:cNvPr>
          <p:cNvSpPr/>
          <p:nvPr/>
        </p:nvSpPr>
        <p:spPr>
          <a:xfrm>
            <a:off x="6290359" y="6057891"/>
            <a:ext cx="997668" cy="36933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096E3962-5F24-20FD-3FDC-00734EF8522A}"/>
              </a:ext>
            </a:extLst>
          </p:cNvPr>
          <p:cNvSpPr/>
          <p:nvPr/>
        </p:nvSpPr>
        <p:spPr>
          <a:xfrm>
            <a:off x="6276416" y="4978609"/>
            <a:ext cx="997668" cy="369332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7D4EEAE-529A-62E9-9320-B6C814ACC614}"/>
              </a:ext>
            </a:extLst>
          </p:cNvPr>
          <p:cNvSpPr txBox="1"/>
          <p:nvPr/>
        </p:nvSpPr>
        <p:spPr>
          <a:xfrm>
            <a:off x="6786481" y="4723651"/>
            <a:ext cx="5619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rgbClr val="00B050"/>
                </a:solidFill>
              </a:rPr>
              <a:t>+ 1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7271827B-FFF9-0A60-C5DF-E248F4553AE4}"/>
              </a:ext>
            </a:extLst>
          </p:cNvPr>
          <p:cNvSpPr txBox="1"/>
          <p:nvPr/>
        </p:nvSpPr>
        <p:spPr>
          <a:xfrm>
            <a:off x="6803558" y="5800309"/>
            <a:ext cx="5619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rgbClr val="00B050"/>
                </a:solidFill>
              </a:rPr>
              <a:t>- 0,1 s</a:t>
            </a:r>
          </a:p>
        </p:txBody>
      </p:sp>
      <p:pic>
        <p:nvPicPr>
          <p:cNvPr id="1026" name="Picture 2" descr="Chair Glyph Black Icon 512764 Vector Art at Vecteezy">
            <a:extLst>
              <a:ext uri="{FF2B5EF4-FFF2-40B4-BE49-F238E27FC236}">
                <a16:creationId xmlns:a16="http://schemas.microsoft.com/office/drawing/2014/main" id="{249E47A9-3135-A911-AB88-340ED9E4E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8188" y="4543226"/>
            <a:ext cx="369332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 descr="Chair Glyph Black Icon 512764 Vector Art at Vecteezy">
            <a:extLst>
              <a:ext uri="{FF2B5EF4-FFF2-40B4-BE49-F238E27FC236}">
                <a16:creationId xmlns:a16="http://schemas.microsoft.com/office/drawing/2014/main" id="{D35801F4-1B57-31FB-0A2F-C9F4DAEA7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3006" y="4540973"/>
            <a:ext cx="369332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airs icon - Download on Iconfinder on Iconfinder">
            <a:extLst>
              <a:ext uri="{FF2B5EF4-FFF2-40B4-BE49-F238E27FC236}">
                <a16:creationId xmlns:a16="http://schemas.microsoft.com/office/drawing/2014/main" id="{E32FE5B3-465A-B950-D6D5-BD134F594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5108" y="4540973"/>
            <a:ext cx="369332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240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451E8-DA72-9778-F655-ECA482D22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Inhaltsplatzhalter 4" descr="Ein Bild, das Text, Papier enthält.&#10;&#10;Automatisch generierte Beschreibung">
            <a:extLst>
              <a:ext uri="{FF2B5EF4-FFF2-40B4-BE49-F238E27FC236}">
                <a16:creationId xmlns:a16="http://schemas.microsoft.com/office/drawing/2014/main" id="{793D0FB4-9BEC-C880-3F9C-743C3A22B7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358254" y="435077"/>
            <a:ext cx="3683000" cy="5987846"/>
          </a:xfrm>
        </p:spPr>
      </p:pic>
    </p:spTree>
    <p:extLst>
      <p:ext uri="{BB962C8B-B14F-4D97-AF65-F5344CB8AC3E}">
        <p14:creationId xmlns:p14="http://schemas.microsoft.com/office/powerpoint/2010/main" val="2225183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</Words>
  <Application>Microsoft Office PowerPoint</Application>
  <PresentationFormat>Breitbild</PresentationFormat>
  <Paragraphs>28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Sebastian Albert</dc:creator>
  <cp:lastModifiedBy>Sebastian Albert</cp:lastModifiedBy>
  <cp:revision>1</cp:revision>
  <cp:lastPrinted>2023-07-07T12:56:44Z</cp:lastPrinted>
  <dcterms:created xsi:type="dcterms:W3CDTF">2023-07-07T11:18:32Z</dcterms:created>
  <dcterms:modified xsi:type="dcterms:W3CDTF">2023-07-07T17:51:53Z</dcterms:modified>
</cp:coreProperties>
</file>